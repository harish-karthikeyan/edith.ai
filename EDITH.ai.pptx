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91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550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772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03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6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289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397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456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5340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595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409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AF723-DCAE-4B74-8811-0AA8FB7651FD}" type="datetimeFigureOut">
              <a:rPr lang="en-IN" smtClean="0"/>
              <a:t>25-09-2026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47782-A7F5-4BC3-960E-F3E877190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53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EDITH.ai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Karthikeyan S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– Nano Degree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126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637" y="1297780"/>
            <a:ext cx="10515600" cy="204657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can we help farmers identify and respond to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potentialwildlife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intrusion near agricultural areas, while improving awareness of animal movement patterns and reducing crop damage without causing harm to wildlife?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294290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38200" y="3906106"/>
            <a:ext cx="10806404" cy="2015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EDITH.ai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Digital Intelligence for Threat &amp; Habitat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AI-powered early-warning system that detects wildlife, evaluates crop-conflict risk, analyzes movement patterns and assists farmers and authorities with non-harmful response.</a:t>
            </a:r>
          </a:p>
        </p:txBody>
      </p:sp>
    </p:spTree>
    <p:extLst>
      <p:ext uri="{BB962C8B-B14F-4D97-AF65-F5344CB8AC3E}">
        <p14:creationId xmlns:p14="http://schemas.microsoft.com/office/powerpoint/2010/main" val="179815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9542942"/>
              </p:ext>
            </p:extLst>
          </p:nvPr>
        </p:nvGraphicFramePr>
        <p:xfrm>
          <a:off x="838200" y="1800809"/>
          <a:ext cx="10515600" cy="4422709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5236029">
                  <a:extLst>
                    <a:ext uri="{9D8B030D-6E8A-4147-A177-3AD203B41FA5}">
                      <a16:colId xmlns:a16="http://schemas.microsoft.com/office/drawing/2014/main" val="674113248"/>
                    </a:ext>
                  </a:extLst>
                </a:gridCol>
                <a:gridCol w="5279571">
                  <a:extLst>
                    <a:ext uri="{9D8B030D-6E8A-4147-A177-3AD203B41FA5}">
                      <a16:colId xmlns:a16="http://schemas.microsoft.com/office/drawing/2014/main" val="11852164"/>
                    </a:ext>
                  </a:extLst>
                </a:gridCol>
              </a:tblGrid>
              <a:tr h="1520889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723978"/>
                  </a:ext>
                </a:extLst>
              </a:tr>
              <a:tr h="951722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Human-dependent and difficult continuously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1124354"/>
                  </a:ext>
                </a:extLst>
              </a:tr>
              <a:tr h="998376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CCTV 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Camera surveillance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activity but may not understand the threat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5619261"/>
                  </a:ext>
                </a:extLst>
              </a:tr>
              <a:tr h="951722">
                <a:tc>
                  <a:txBody>
                    <a:bodyPr/>
                    <a:lstStyle/>
                    <a:p>
                      <a:r>
                        <a:rPr lang="en-IN" sz="24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trigger alerts without deeper risk 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274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004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298" y="0"/>
            <a:ext cx="10515600" cy="1325563"/>
          </a:xfrm>
        </p:spPr>
        <p:txBody>
          <a:bodyPr/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EDITH.ai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4160" y="1018576"/>
            <a:ext cx="6019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Camera-based wildlife detection</a:t>
            </a:r>
          </a:p>
          <a:p>
            <a:pPr marL="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Species classification</a:t>
            </a:r>
          </a:p>
          <a:p>
            <a:pPr marL="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+ crop vulnerability</a:t>
            </a:r>
          </a:p>
          <a:p>
            <a:pPr marL="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&amp; intrusion intelligence</a:t>
            </a:r>
          </a:p>
          <a:p>
            <a:pPr marL="0" indent="0">
              <a:buNone/>
            </a:pP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↓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ESPOND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Farmer / authority alert + non-harmful deterrence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879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2800739" cy="1325563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AIML Components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5830"/>
            <a:ext cx="10591800" cy="55082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object detection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 wildlife model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 wildlife classes 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 Models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Risk Engine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Crop Damage Predictor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Intelligence </a:t>
            </a:r>
          </a:p>
          <a:p>
            <a:pPr marL="0" indent="0">
              <a:buNone/>
            </a:pP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Inputs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Camera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Crop type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sightings </a:t>
            </a: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factors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109" y="1325563"/>
            <a:ext cx="5000711" cy="5241561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437094" y="3726"/>
            <a:ext cx="32667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Flowchart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2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202"/>
            <a:ext cx="10515600" cy="1325563"/>
          </a:xfrm>
        </p:spPr>
        <p:txBody>
          <a:bodyPr/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Model Canvas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-11652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98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6225" y="2680307"/>
            <a:ext cx="3889443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578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183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EDITH.ai</vt:lpstr>
      <vt:lpstr>Problem Statement</vt:lpstr>
      <vt:lpstr>Existing Systems</vt:lpstr>
      <vt:lpstr>Why EDITH.ai</vt:lpstr>
      <vt:lpstr>AIML Components</vt:lpstr>
      <vt:lpstr>Business Model Canvas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EDITH.ai</dc:title>
  <dc:creator>Harish Karthikeyan S</dc:creator>
  <cp:lastModifiedBy>Harish Karthikeyan S</cp:lastModifiedBy>
  <cp:revision>3</cp:revision>
  <dcterms:created xsi:type="dcterms:W3CDTF">2026-09-25T07:39:11Z</dcterms:created>
  <dcterms:modified xsi:type="dcterms:W3CDTF">2026-09-25T08:02:09Z</dcterms:modified>
</cp:coreProperties>
</file>